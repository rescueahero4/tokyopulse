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TokyoPulse: a live Tokyo city-operations map built in a 2-hour hackathon. It fuses siloed real-time feeds into one connected graph with a time dimension: past 7 days, now, next 48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real-time sources, all public, all siloed: different formats, different apps. Nothing connects an event to the infrastructure it affects, and nothing puts past, present and forecast on one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planes. Live feeds are fetched and pushed into four parallel Daytona sandboxes, each normalizing one feed into a shared Event shape, written to Neo4j Aura. A single-file FastAPI serves five endpoints with a live-cache-mock resolver, and a Cesium globe renders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UI: Cesium globe with GSI imagery, layer toggles for trains, quakes, warnings, crowding and flood hazard; a city feed with an LLM brief; a weather strip covering past 64h and next 32h. The impact panel is a real graph query, not a canned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is measured or live: 4 sandboxes at 1.9 to 3.4 seconds startup, 149 stations seeded, zero 500s by design. Closing line from the demo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i-glob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A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703320"/>
            <a:ext cx="12188952" cy="3154680"/>
          </a:xfrm>
          <a:prstGeom prst="rect">
            <a:avLst/>
          </a:prstGeom>
          <a:solidFill>
            <a:srgbClr val="0A0F1A">
              <a:alpha val="8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85800" y="4155948"/>
            <a:ext cx="82296" cy="82296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2104" y="40462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DAYTONA HACKSPRINT TOKYO · BUILT IN 2 HOURS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976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TokyoPulse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3949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city-operations map for Tokyo.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Trains, earthquakes, warnings, weather, floods and crowding — fused into one connected graph with a time dimension, rendered on a 3D globe.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 AURA  ·  DAYTONA SANDBOXES  ·  CESIUMJS  ·  FASTAPI  ·  CLAUDE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82296" cy="82296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2104" y="4983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Tokyo's real-time city data is everywhere — and nowhere.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943600" cy="749808"/>
          </a:xfrm>
          <a:prstGeom prst="roundRect">
            <a:avLst>
              <a:gd name="adj" fmla="val 7317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67712"/>
            <a:ext cx="146304" cy="146304"/>
          </a:xfrm>
          <a:prstGeom prst="ellipse">
            <a:avLst/>
          </a:prstGeom>
          <a:solidFill>
            <a:srgbClr val="E86A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70432" y="2084832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status</a:t>
            </a:r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ODPT — per-operator, per-app, one line at a time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5943600" cy="749808"/>
          </a:xfrm>
          <a:prstGeom prst="roundRect">
            <a:avLst>
              <a:gd name="adj" fmla="val 7317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163824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0432" y="2980944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Earthquakes</a:t>
            </a:r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P2PQuake — its own feed, its own map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58184"/>
            <a:ext cx="5943600" cy="749808"/>
          </a:xfrm>
          <a:prstGeom prst="roundRect">
            <a:avLst>
              <a:gd name="adj" fmla="val 7317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059936"/>
            <a:ext cx="146304" cy="146304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0432" y="3877056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warnings</a:t>
            </a:r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JMA — official bulletins, separate site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654296"/>
            <a:ext cx="5943600" cy="749808"/>
          </a:xfrm>
          <a:prstGeom prst="roundRect">
            <a:avLst>
              <a:gd name="adj" fmla="val 7317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956048"/>
            <a:ext cx="146304" cy="146304"/>
          </a:xfrm>
          <a:prstGeom prst="ellipse">
            <a:avLst/>
          </a:prstGeom>
          <a:solidFill>
            <a:srgbClr val="45D98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0432" y="4773168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&amp; rain</a:t>
            </a:r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Open-Meteo — historic + next 48h, separate again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550408"/>
            <a:ext cx="5943600" cy="749808"/>
          </a:xfrm>
          <a:prstGeom prst="roundRect">
            <a:avLst>
              <a:gd name="adj" fmla="val 7317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5852160"/>
            <a:ext cx="146304" cy="146304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70432" y="5669280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&amp; crowding</a:t>
            </a:r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GSI hazard tiles, ridership stats — static silos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49440" y="1965960"/>
            <a:ext cx="4572000" cy="4315968"/>
          </a:xfrm>
          <a:prstGeom prst="roundRect">
            <a:avLst>
              <a:gd name="adj" fmla="val 1695"/>
            </a:avLst>
          </a:prstGeom>
          <a:solidFill>
            <a:srgbClr val="0E1524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233172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34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“what's happening around me right now, what happened earlier, and what's coming?”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069080"/>
            <a:ext cx="3886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view answers this today.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feed has its own format, its own app, its own map — and none of them connect an event to the lines, stations and wards it actually affects, or place it on a timeline from the past week to the next 48 hours.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82296" cy="82296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2104" y="4983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→ sandboxes → graph → API → globe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949440" cy="786384"/>
          </a:xfrm>
          <a:prstGeom prst="roundRect">
            <a:avLst>
              <a:gd name="adj" fmla="val 6977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85623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live keyless feeds (ODPT trains · P2PQuake · JMA · Open-Meteo) + static geo: rail GeoJSON, 149 stations, wards, GSI flood tiles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6949440" cy="786384"/>
          </a:xfrm>
          <a:prstGeom prst="roundRect">
            <a:avLst>
              <a:gd name="adj" fmla="val 6977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85292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5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27889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 fan-out — 4 sandboxes launched in parallel, one per feed; each runs that feed's pure normalize() and fails independently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10800000">
            <a:off x="1060704" y="2578608"/>
            <a:ext cx="155448" cy="109728"/>
          </a:xfrm>
          <a:prstGeom prst="triangle">
            <a:avLst/>
          </a:prstGeom>
          <a:solidFill>
            <a:srgbClr val="223049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648456"/>
            <a:ext cx="6949440" cy="786384"/>
          </a:xfrm>
          <a:prstGeom prst="roundRect">
            <a:avLst>
              <a:gd name="adj" fmla="val 6977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785616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372160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Aura — (Line)-[:SERVES]→(Station)-[:IN]→(Ward); live (Event)-[:AFFECTS]→(Line|Ward) with type, severity,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1060704" y="3511296"/>
            <a:ext cx="155448" cy="109728"/>
          </a:xfrm>
          <a:prstGeom prst="triangle">
            <a:avLst/>
          </a:prstGeom>
          <a:solidFill>
            <a:srgbClr val="223049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581144"/>
            <a:ext cx="6949440" cy="786384"/>
          </a:xfrm>
          <a:prstGeom prst="roundRect">
            <a:avLst>
              <a:gd name="adj" fmla="val 6977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18304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465429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— /events · /lines.geojson · /impact/{line} · /brief · /forecast; every endpoint resolves live → cache → mock, never 500s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1060704" y="4443984"/>
            <a:ext cx="155448" cy="109728"/>
          </a:xfrm>
          <a:prstGeom prst="triangle">
            <a:avLst/>
          </a:prstGeom>
          <a:solidFill>
            <a:srgbClr val="22304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5513832"/>
            <a:ext cx="6949440" cy="786384"/>
          </a:xfrm>
          <a:prstGeom prst="roundRect">
            <a:avLst>
              <a:gd name="adj" fmla="val 6977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650992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558698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+ React + CesiumJS — 3D globe, layer toggles, timeline (7d → now → +48h), impact panel, JP/EN city brief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10800000">
            <a:off x="1060704" y="5376672"/>
            <a:ext cx="155448" cy="109728"/>
          </a:xfrm>
          <a:prstGeom prst="triangle">
            <a:avLst/>
          </a:prstGeom>
          <a:solidFill>
            <a:srgbClr val="223049"/>
          </a:solidFill>
          <a:ln/>
        </p:spPr>
      </p:sp>
      <p:sp>
        <p:nvSpPr>
          <p:cNvPr id="24" name="Shape 22"/>
          <p:cNvSpPr/>
          <p:nvPr/>
        </p:nvSpPr>
        <p:spPr>
          <a:xfrm>
            <a:off x="7909560" y="1783080"/>
            <a:ext cx="3611880" cy="4553712"/>
          </a:xfrm>
          <a:prstGeom prst="roundRect">
            <a:avLst>
              <a:gd name="adj" fmla="val 2025"/>
            </a:avLst>
          </a:prstGeom>
          <a:solidFill>
            <a:srgbClr val="0E1524"/>
          </a:solidFill>
          <a:ln w="12700">
            <a:solidFill>
              <a:srgbClr val="34D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11312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ONE DESIGN IDEA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11312" y="2395728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feed normalizes into one Event shape.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timeline, the alert banner and the LLM city brief are three renderings of the same Neo4j query — build the query once, render it three ways.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11312" y="46177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Sandboxes have no egress in this account — so the host fetches, each sandbox runs the pure normalize step. Real parallel compute on the critical path; flipping to full in-sandbox ingest needs zero code change.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82296" cy="82296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2104" y="4983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4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THE PRODUCT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graph, rendered as a living map</a:t>
            </a:r>
            <a:endParaRPr lang="en-US" sz="3200" dirty="0"/>
          </a:p>
        </p:txBody>
      </p:sp>
      <p:pic>
        <p:nvPicPr>
          <p:cNvPr id="5" name="Image 0" descr="ui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406640" cy="39777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28800"/>
            <a:ext cx="7406640" cy="3977787"/>
          </a:xfrm>
          <a:prstGeom prst="rect">
            <a:avLst/>
          </a:prstGeom>
          <a:solidFill>
            <a:srgbClr val="0A0F1A">
              <a:alpha val="0"/>
            </a:srgbClr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5916315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HUD over live Tokyo — 20 rail lines colored by status, 149 crowd-weighted stations, quake pulses, flood overlay, scrolling city feed.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366760" y="1828800"/>
            <a:ext cx="3154680" cy="969264"/>
          </a:xfrm>
          <a:prstGeom prst="roundRect">
            <a:avLst>
              <a:gd name="adj" fmla="val 5660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77072" y="2011680"/>
            <a:ext cx="109728" cy="109728"/>
          </a:xfrm>
          <a:prstGeom prst="ellipse">
            <a:avLst/>
          </a:prstGeom>
          <a:solidFill>
            <a:srgbClr val="34D3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96528" y="1920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7 days → now → next 48h, one scrubbable feed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66760" y="2944368"/>
            <a:ext cx="3154680" cy="969264"/>
          </a:xfrm>
          <a:prstGeom prst="roundRect">
            <a:avLst>
              <a:gd name="adj" fmla="val 5660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77072" y="3127248"/>
            <a:ext cx="109728" cy="109728"/>
          </a:xfrm>
          <a:prstGeom prst="ellipse">
            <a:avLst/>
          </a:prstGeom>
          <a:solidFill>
            <a:srgbClr val="45D98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96528" y="303580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panel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line → wards, stations, flood-zone hits — live Cypher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66760" y="4059936"/>
            <a:ext cx="3154680" cy="969264"/>
          </a:xfrm>
          <a:prstGeom prst="roundRect">
            <a:avLst>
              <a:gd name="adj" fmla="val 5660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77072" y="4242816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796528" y="4151376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brief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JP/EN summary generated fresh from the live event set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366760" y="5175504"/>
            <a:ext cx="3154680" cy="969264"/>
          </a:xfrm>
          <a:prstGeom prst="roundRect">
            <a:avLst>
              <a:gd name="adj" fmla="val 5660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77072" y="5358384"/>
            <a:ext cx="109728" cy="109728"/>
          </a:xfrm>
          <a:prstGeom prst="ellipse">
            <a:avLst/>
          </a:prstGeom>
          <a:solidFill>
            <a:srgbClr val="E86AC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52669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Replay, honestly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quake fires on cue — always tagged REPLAY, never faked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82296" cy="82296"/>
          </a:xfrm>
          <a:prstGeom prst="ellipse">
            <a:avLst/>
          </a:prstGeom>
          <a:solidFill>
            <a:srgbClr val="45D98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2104" y="4983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5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OUTCOME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feeds, real graph, real compute — in 2 hours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4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 sandboxes per run,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in parallel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56432" y="178308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85032" y="1965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5D9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1.9–3.4s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685032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sandbox startup,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on the critical path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2784" y="178308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1384" y="1965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501384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 in the graph —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lines, 23 wards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89136" y="178308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9525">
            <a:solidFill>
              <a:srgbClr val="22304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17736" y="1965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6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9317736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500s — every endpoint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degrades live → cache → mock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10899648" cy="1234440"/>
          </a:xfrm>
          <a:prstGeom prst="roundRect">
            <a:avLst>
              <a:gd name="adj" fmla="val 5926"/>
            </a:avLst>
          </a:prstGeom>
          <a:solidFill>
            <a:srgbClr val="0E1524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1605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answers what a table can't: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Shinjuku Line and one Cypher query returns 6 wards, 21 stations, 11 of them in flood zones, and the events affecting it right now — live, against Neo4j Aura.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5D9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real: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train/quake/warning/weather ingest, real Cypher impact queries, fresh Claude-generated JP/EN briefs.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Honestly labeled: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Toei-only line status, proxy crowd heatmap, REPLAY-tagged demo events.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4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“Resident app today, ward dashboard tomorrow.”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2026-09-12T07:01:17Z</dcterms:created>
  <dcterms:modified xsi:type="dcterms:W3CDTF">2026-09-12T07:01:17Z</dcterms:modified>
</cp:coreProperties>
</file>